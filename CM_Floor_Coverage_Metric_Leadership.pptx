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Leadership briefing on the coverage metric design. Audience: program and executive leadership who will read the number and act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the honesty-vs-safety distinction first; every design choice flows from protecting the safety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argument: equal weighting cannot distinguish a clerical gap from a fatality-class gap. Note: in our floor ALL items are top-band, so the real distinction is Catastrophic vs Severe -- covered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reframing for leadership: our floor has no minor items, so weighting is Catastrophic vs Severe, not safety vs paperwork. 39 requirements Catastrophic, 5 Severe.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numbers: weighted % for trend, hard-count gate for safety exposure. The gate is the safeguard against a good average hiding an open catastrophic barrier.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hard-gate design mirrors two other places in the CM system where safety-bearing items refuse to average. Consistency of principle.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Three-panel reading discipline. Gate first, then trend, then composition. The one-line rule is the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misreading that Severe=lower weight means Severe is optional. Gate absolute, weighting sequences.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takeaways. Close on: gate first, weighting sequences, coverage is not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937760" cy="4937760"/>
          </a:xfrm>
          <a:prstGeom prst="ellipse">
            <a:avLst/>
          </a:prstGeom>
          <a:solidFill>
            <a:srgbClr val="4A5A9E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663440"/>
            <a:ext cx="4023360" cy="4023360"/>
          </a:xfrm>
          <a:prstGeom prst="ellipse">
            <a:avLst/>
          </a:prstGeom>
          <a:solidFill>
            <a:srgbClr val="4A5A9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051560"/>
            <a:ext cx="822960" cy="8229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CM Floor Coverage Metric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914400" y="32918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whether programs are honestly confronting their safety-floor gaps — and why the 44 requirements are not weighted equally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  ·  Leadership Briefing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metric does — and does not — say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0F4FB"/>
          </a:solidFill>
          <a:ln w="19050">
            <a:solidFill>
              <a:srgbClr val="3E7A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measures HONESTY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every floor requirement has been consciously dispositioned — performed, replaced by a validated equivalent control, or formally risk-accepted at the right authority. A high number means gaps are named and owned, not hidden.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0F4FB"/>
          </a:solidFill>
          <a:ln w="19050">
            <a:solidFill>
              <a:srgbClr val="B2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measure SAFETY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0" y="20574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can be 100% "covered" entirely through risk-acceptances of catastrophic barriers — technically honest, substantively alarming. Coverage and safety are different questions; the metric reports both so one is never read as the other.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0690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distinction leads the briefing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5262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 with any compliance number is that leadership reads a high percentage as "we are safe." This metric is deliberately built so that a good coverage number with an open catastrophic barrier still reads as a FAIL — the safety signal cannot be averaged away by paperwork completion. That safeguard is the reason for the weighting choices on the next slides.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weight all 44 equally?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programs, each with 40 of 44 requirements dispositioned. Equal weighting scores them identically — both 91%.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0F4FB"/>
          </a:solidFill>
          <a:ln w="15875">
            <a:solidFill>
              <a:srgbClr val="3E7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open items are lower-consequence records-and-reporting clauses.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01752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Manageable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0F4FB"/>
          </a:solidFill>
          <a:ln w="15875">
            <a:solidFill>
              <a:srgbClr val="B2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423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open items are the catastrophic safety barriers — the fatality-class ones.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0" y="3063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686800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Unacceptable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8006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the same program. An equal-weight metric that scores them identically is lying to us — in exactly the direction we most need it not to. The weighting exists to tell A and B apart.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floor requirement is already top-band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44 requirements trace to one of the sixteen barriers — and the barrier safety case rates all sixteen Severity 1 or 2 (Catastrophic or Severe). There is no minor tier in the floor.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1280160" y="2194560"/>
            <a:ext cx="4480560" cy="3108960"/>
          </a:xfrm>
          <a:prstGeom prst="roundRect">
            <a:avLst>
              <a:gd name="adj" fmla="val 2941"/>
            </a:avLst>
          </a:prstGeom>
          <a:solidFill>
            <a:srgbClr val="4A5A9E">
              <a:alpha val="8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4688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80160" y="3703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(Severity 1)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42062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Fatality-class barriers — Alaska 261, Challenger, MCAS, AF4590, Mars Climate Orbiter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194560"/>
            <a:ext cx="4480560" cy="3108960"/>
          </a:xfrm>
          <a:prstGeom prst="roundRect">
            <a:avLst>
              <a:gd name="adj" fmla="val 2941"/>
            </a:avLst>
          </a:prstGeom>
          <a:solidFill>
            <a:srgbClr val="4A5A9E">
              <a:alpha val="6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24688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126480" y="3703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(Severity 2)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42062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Program-loss / quality-escape barriers — the four rated Severity 2 in the safety case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weighting does not separate "safety" from "clerical" — it separates the twelve fatality-class barriers from the four program-loss ones. Both still gate. The weighting only sets the order of closing.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is two numbers, not one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002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71907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45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Severity-weighted coverage %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14400" y="233172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trend and comparison number. </a:t>
            </a:r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requirement contributes its weight; coverage = weighted dispositioned ÷ weighted total.
</a:t>
            </a:r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weight 3, Severe weight 2 — a 1.5× ratio. During remediation, the % rewards closing the deadliest barriers first.
</a:t>
            </a:r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for: dashboards, quarter-over-quarter trend, cross-program comparison.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0" y="1600200"/>
            <a:ext cx="548640" cy="54864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171907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645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Top-band hard gate (a COUNT)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6583680" y="233172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safety-exposure number.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 of Catastrophic or Severe items left undispositioned. Target is zero.
</a:t>
            </a:r>
            <a:pPr indent="0" marL="0">
              <a:buNone/>
            </a:pPr>
            <a:r>
              <a:rPr lang="en-US" sz="1350" b="1" dirty="0">
                <a:solidFill>
                  <a:srgbClr val="C8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percentage, never averaged.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top of the severity scale the right answer is zero, and any nonzero value is a finding, not a score.
</a:t>
            </a:r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open catastrophic barrier is a FAIL — even at 96% weighted coverage. The gate overrides the average.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hard count, not a weighted average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principle we already apply elsewhere in the CM system — the safety-bearing subset gets a hard gate; the rest gets a weighted measure.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585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designation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31920" y="1965960"/>
            <a:ext cx="7772400" cy="1051560"/>
          </a:xfrm>
          <a:prstGeom prst="roundRect">
            <a:avLst>
              <a:gd name="adj" fmla="val 6957"/>
            </a:avLst>
          </a:prstGeom>
          <a:solidFill>
            <a:srgbClr val="F0F4F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60520" y="214884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items cannot be sampled out of the audit scope — they are presumptively in.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93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931920" y="3200400"/>
            <a:ext cx="7772400" cy="1051560"/>
          </a:xfrm>
          <a:prstGeom prst="roundRect">
            <a:avLst>
              <a:gd name="adj" fmla="val 6957"/>
            </a:avLst>
          </a:prstGeom>
          <a:solidFill>
            <a:srgbClr val="F0F4F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338328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 finding does not average against minor ones — it stands on its own.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310896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7274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coverage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931920" y="4434840"/>
            <a:ext cx="7772400" cy="1051560"/>
          </a:xfrm>
          <a:prstGeom prst="roundRect">
            <a:avLst>
              <a:gd name="adj" fmla="val 6957"/>
            </a:avLst>
          </a:prstGeom>
          <a:solidFill>
            <a:srgbClr val="F0F4F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46177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top-band barrier does not average against dispositioned ones — it gates.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is how a barrier absence quietly disappears into an otherwise-good number. The gate refuses to let that happen — which is the entire reason the metric is trustworthy.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leadership should read it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7373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85623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2423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coverage %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96112" y="31546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line. Is the portfolio closing gaps over time, and closing the right ones first?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5029200"/>
            <a:ext cx="3520440" cy="109728"/>
          </a:xfrm>
          <a:prstGeom prst="rect">
            <a:avLst/>
          </a:prstGeom>
          <a:solidFill>
            <a:srgbClr val="3E7A4E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4630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45152" y="17373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185623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152" y="2423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Top-band open count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45152" y="31546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exposure. Target zero. Any nonzero number is a finding — no matter how high the %.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89120" y="5029200"/>
            <a:ext cx="3520440" cy="109728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15" name="Shape 11"/>
          <p:cNvSpPr/>
          <p:nvPr/>
        </p:nvSpPr>
        <p:spPr>
          <a:xfrm>
            <a:off x="8138160" y="14630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0F4F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94192" y="173736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185623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2423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Risk-accepted share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94192" y="31546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vs. safety. How much "coverage" is acceptance rather than performance? Escalate catastrophic acceptances.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138160" y="5029200"/>
            <a:ext cx="3520440" cy="109728"/>
          </a:xfrm>
          <a:prstGeom prst="rect">
            <a:avLst/>
          </a:prstGeom>
          <a:solidFill>
            <a:srgbClr val="C8A24A"/>
          </a:solidFill>
          <a:ln/>
        </p:spPr>
      </p:sp>
      <p:sp>
        <p:nvSpPr>
          <p:cNvPr id="21" name="Shape 16"/>
          <p:cNvSpPr/>
          <p:nvPr/>
        </p:nvSpPr>
        <p:spPr>
          <a:xfrm>
            <a:off x="640080" y="544068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22" name="Text 17"/>
          <p:cNvSpPr/>
          <p:nvPr/>
        </p:nvSpPr>
        <p:spPr>
          <a:xfrm>
            <a:off x="914400" y="55778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ties them together: a high % with a nonzero gate is a FAIL, not a pass. Read the gate first.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thing the weighting does not mean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0F4FB"/>
          </a:solidFill>
          <a:ln w="15875">
            <a:solidFill>
              <a:srgbClr val="B2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mean Severe barriers are optional.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Catastrophic at 3 and Severe at 2 governs the ORDER of closing, not whether Severe items must be closed. Both bands gate to zero. A program cannot "trade away" a Severe barrier by over-performing on Catastrophic ones — the hard gate counts both.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0F4FB"/>
          </a:solidFill>
          <a:ln w="15875">
            <a:solidFill>
              <a:srgbClr val="3E7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mean: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resource-limited program must sequence its remediation, the metric rewards closing the twelve fatality-class barriers before the four program-loss ones. The weighting sequences the work; the gate makes all of it mandatory.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is absolute. The weighting sets priority. Neither makes any barrier negotiable.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4A5A9E">
              <a:alpha val="3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take away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1453896"/>
            <a:ext cx="365760" cy="3657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53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measures whether floor gaps are honestly confronted — not whether the portfolio is safe. Those are different questions, reported separately.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2276856"/>
            <a:ext cx="365760" cy="3657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76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2402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44 requirements are top-band by construction; the weighting distinguishes the twelve fatality-class barriers from the four program-loss ones.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099816"/>
            <a:ext cx="365760" cy="3657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30632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numbers: a severity-weighted % for trend (Catastrophic 3, Severe 2), and a hard count of open top-band items for safety exposure (target zero).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3922776"/>
            <a:ext cx="365760" cy="3657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922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886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overrides the average: a high coverage % with any open catastrophic barrier is a FAIL. Read the gate first.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" y="4745736"/>
            <a:ext cx="365760" cy="3657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7091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weighting sequences the work; the gate makes all of it mandatory. No barrier is negotiable at either altitude.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5568696"/>
            <a:ext cx="365760" cy="365760"/>
          </a:xfrm>
          <a:prstGeom prst="ellipse">
            <a:avLst/>
          </a:prstGeom>
          <a:solidFill>
            <a:srgbClr val="4A5A9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568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55321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number driven by risk-acceptances is honest but not safe — catastrophic acceptances escalate regardless of the coverage number.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2026-07-22T02:00:12Z</dcterms:created>
  <dcterms:modified xsi:type="dcterms:W3CDTF">2026-07-22T02:00:12Z</dcterms:modified>
</cp:coreProperties>
</file>